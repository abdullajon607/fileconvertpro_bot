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Generated Slides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Qaytib kelar ketgan bahorlar</a:t>
            </a:r>
          </a:p>
          <a:p>
            <a:pPr>
              <a:defRPr sz="2000"/>
            </a:pPr>
            <a:r>
              <a:t>Qaytib kelmas senla otgan kun.</a:t>
            </a:r>
          </a:p>
          <a:p>
            <a:pPr>
              <a:defRPr sz="2000"/>
            </a:pPr>
            <a:r>
              <a:t>Umir boyi kutaman Seni</a:t>
            </a:r>
          </a:p>
          <a:p>
            <a:pPr>
              <a:defRPr sz="2000"/>
            </a:pPr>
            <a:r>
              <a:t>Qaytib kelar deya hamon men</a:t>
            </a:r>
          </a:p>
          <a:p>
            <a:pPr>
              <a:defRPr sz="2000"/>
            </a:pPr>
            <a:r>
              <a:t>Tushlarimni mehmoni o'zing,</a:t>
            </a:r>
          </a:p>
          <a:p>
            <a:pPr>
              <a:defRPr sz="2000"/>
            </a:pPr>
            <a:r>
              <a:t>Sog'inchlardan yuragim yarim.</a:t>
            </a:r>
          </a:p>
          <a:p>
            <a:pPr>
              <a:defRPr sz="2000"/>
            </a:pPr>
            <a:r>
              <a:t>Hayolimda faqat sen ozing,</a:t>
            </a:r>
          </a:p>
          <a:p>
            <a:pPr>
              <a:defRPr sz="2000"/>
            </a:pPr>
            <a:r>
              <a:t>Seni o'ylab o'tar kunlarim.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